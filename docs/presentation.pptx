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1645920"/>
            <a:ext cx="5486400" cy="548640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4389120"/>
            <a:ext cx="4572000" cy="4572000"/>
          </a:xfrm>
          <a:prstGeom prst="ellipse">
            <a:avLst/>
          </a:prstGeom>
          <a:solidFill>
            <a:srgbClr val="CADCFC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CAR RECOMMENDATION SYSTEM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 User Preferences to Vehicle Specifications Using NLP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  |  [Course Name / Code]  |  [Institution]  |  [Date]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a car means navigating thousands of specs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945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880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Buyers are not domain experts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can't translate "engine displacement" or "torque" into what they actually need.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82880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21945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2880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Filters force premature precision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17720" y="36118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Dropdown-based recommenders demand exact numeric ranges before a user even knows what's realistic.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82880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/>
        </p:spPr>
      </p:sp>
      <p:sp>
        <p:nvSpPr>
          <p:cNvPr id="13" name="Shape 11"/>
          <p:cNvSpPr/>
          <p:nvPr/>
        </p:nvSpPr>
        <p:spPr>
          <a:xfrm>
            <a:off x="8458200" y="21945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2880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Reviews help, but don't scale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412480" y="36118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advice is trusted but slow to gather and hard to search systematically.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4864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asks: can a system accept a plain-English description of what a buyer wants, and still return accurate, explainable recommendations?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10515600" cy="2743200"/>
          </a:xfrm>
          <a:prstGeom prst="roundRect">
            <a:avLst>
              <a:gd name="adj" fmla="val 4000"/>
            </a:avLst>
          </a:prstGeom>
          <a:solidFill>
            <a:srgbClr val="2630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1828800"/>
            <a:ext cx="9601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what extent can a hybrid NLP recommendation system — combining rule-based constraint extraction with Sentence-BERT semantic matching — accurately and transparently recommend cars from free-text descriptions, when applied to a real, imperfect, publicly sourced dataset?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4663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RQ-a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hard constraints (budget, seats, fuel type) be reliably extracted from free text?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09360" y="4663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RQ-b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9360" y="502920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semantic similarity produce a ranking a human would consider relevant?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on prior NLP-based recommenders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864" cy="10515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Singh et al. (2022)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5856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modelling (NMF + LDA) over Edmunds customer reviews to support free-text car queries.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54864" cy="10515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1546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Boteju &amp; Munasinghe (2020)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58444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collaborative/knowledge-based recommender + Naïve Bayes sentiment NLP; 96% accuracy.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526280"/>
            <a:ext cx="54864" cy="10515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4805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Aliberti, D'Aniello &amp; Gaeta (2026)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91032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systematic review: hybrid architectures + explainability are the dominant trend.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this project addresses: match structured specifications directly to free text via semantic embeddings — not third-party reviews or social sentiment — tested on real, imperfect data.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504 real car listings, not synthetic data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504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listings scraped from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automotive portals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43400" y="19202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343400" y="28803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fields per listing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(price, fuel, mileage, cc, power...)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38160" y="19202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8138160" y="28803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Vehicle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Specifications Dataset (Kaggle)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11064240" cy="1691640"/>
          </a:xfrm>
          <a:prstGeom prst="roundRect">
            <a:avLst>
              <a:gd name="adj" fmla="val 5405"/>
            </a:avLst>
          </a:prstGeom>
          <a:solidFill>
            <a:srgbClr val="F7F9F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297680"/>
            <a:ext cx="10332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choice: a real, publicly scraped dataset rather than an idealised synthetic one — so the system is tested against the same messiness a production system would face.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bug: column-shifted rows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bug: column-shifted rows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486400" cy="4297680"/>
          </a:xfrm>
          <a:prstGeom prst="roundRect">
            <a:avLst>
              <a:gd name="adj" fmla="val 2128"/>
            </a:avLst>
          </a:prstGeom>
          <a:solidFill>
            <a:srgbClr val="2630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74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Aston Martin Vantage — raw record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377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60320" y="2377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"Rs.3.99 Cr"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9443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fuel: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60320" y="294436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"7 kmpl"   ← actually mileage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51129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mileage: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60320" y="351129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"3998 cc"  ← actually cc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407822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transmission: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60320" y="407822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"656 bhp"  ← actually power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464515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60320" y="464515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 Seats"  ← actually seats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169164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1874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happens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0" y="233172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scraper assumes a fixed number of columns per listing page. When one field is missing (e.g. no listed transmission), every value after it silently shifts one position left.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83680" y="37490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83680" y="420624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every value by content pattern (units like cc, bhp, kmpl, Star Safety) from the whole record's text — not by trusting which key it landed under.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Cleaning: extraction, then honest imputation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F7F9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03120"/>
            <a:ext cx="2011680" cy="411480"/>
          </a:xfrm>
          <a:prstGeom prst="roundRect">
            <a:avLst>
              <a:gd name="adj" fmla="val 44444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of 504 rows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recoverable price — too important to guess.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F7F9FC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0" y="2103120"/>
            <a:ext cx="2011680" cy="411480"/>
          </a:xfrm>
          <a:prstGeom prst="roundRect">
            <a:avLst>
              <a:gd name="adj" fmla="val 44444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103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Imputed (median)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17720" y="2697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 fields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17720" y="329184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cc, power, mileage, seats, safety rating.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F7F9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0" y="2103120"/>
            <a:ext cx="2011680" cy="411480"/>
          </a:xfrm>
          <a:prstGeom prst="roundRect">
            <a:avLst>
              <a:gd name="adj" fmla="val 44444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103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“Unknown”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0" y="2697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 fields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12480" y="329184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type &amp; transmission — never guessed, to avoid misleading matches.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completeness after extraction: price 99.6%  ·  fuel type 66.5%  ·  transmission 35.5%  ·  safety rating 22.2%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Four-stage recommendation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63040" y="1920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7F9F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9260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 Profile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79476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 → a descriptive sentence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3931920"/>
            <a:ext cx="320040" cy="27432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4480560" y="1920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566160" y="274320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7F9FC"/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0" y="29260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Preference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49040" y="379476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extracts budget, seats, fuel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3931920"/>
            <a:ext cx="320040" cy="27432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7498080" y="1920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583680" y="274320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7F9FC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29260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 + Rank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766560" y="379476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Sentence-BERT cosine similarity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constraint penalties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35440" y="3931920"/>
            <a:ext cx="320040" cy="27432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2" name="Shape 20"/>
          <p:cNvSpPr/>
          <p:nvPr/>
        </p:nvSpPr>
        <p:spPr>
          <a:xfrm>
            <a:off x="10515600" y="1920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601200" y="274320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7F9FC"/>
          </a:solidFill>
          <a:ln/>
        </p:spPr>
      </p:sp>
      <p:sp>
        <p:nvSpPr>
          <p:cNvPr id="25" name="Text 23"/>
          <p:cNvSpPr/>
          <p:nvPr/>
        </p:nvSpPr>
        <p:spPr>
          <a:xfrm>
            <a:off x="9784080" y="29260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Explanation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784080" y="379476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each car was recommended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fallback: automatically switches to TF-IDF if Sentence-BERT can't be downloaded.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Rule-based constraint extraction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“I need a fuel-efficient family car under $15,000 with good safety”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188720" y="3291840"/>
            <a:ext cx="3108960" cy="1188720"/>
          </a:xfrm>
          <a:prstGeom prst="roundRect">
            <a:avLst>
              <a:gd name="adj" fmla="val 7692"/>
            </a:avLst>
          </a:prstGeom>
          <a:solidFill>
            <a:srgbClr val="F7F9F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max_budget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3840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$15,000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0" y="3291840"/>
            <a:ext cx="3108960" cy="1188720"/>
          </a:xfrm>
          <a:prstGeom prst="roundRect">
            <a:avLst>
              <a:gd name="adj" fmla="val 7692"/>
            </a:avLst>
          </a:prstGeom>
          <a:solidFill>
            <a:srgbClr val="F7F9F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min_seats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3840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(from “family”)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955280" y="3291840"/>
            <a:ext cx="3108960" cy="1188720"/>
          </a:xfrm>
          <a:prstGeom prst="roundRect">
            <a:avLst>
              <a:gd name="adj" fmla="val 7692"/>
            </a:avLst>
          </a:prstGeom>
          <a:solidFill>
            <a:srgbClr val="F7F9F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fuel_type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38160" y="3840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493776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varied phrasing discovered through testing: “no more than $90,000”, “up to”, “two-seater” (word-numbers), “budget of” — each required a targeted regex fix.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matching + hybrid ranking score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Sentence-BERT (all-MiniLM-L6-v2)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both the user query and every auto-generated car-profile sentence into 384-dimension vectors, then ranks by cosine similarity — capturing meaning, not just keyword overlap.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0" y="1828800"/>
            <a:ext cx="5212080" cy="3749040"/>
          </a:xfrm>
          <a:prstGeom prst="roundRect">
            <a:avLst>
              <a:gd name="adj" fmla="val 2927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011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Score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4231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 × Semantic + 0.3 × BudgetFit − Penalties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75120" y="3429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−0.5 if over budget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0" y="3886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−0.3 if under min seats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75120" y="4343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−0.2 if wrong fuel type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11480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fallback: TF-IDF keyword vectors (weaker on descriptive words like “sporty”)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app: type it, get an explained answer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7F9FC"/>
          </a:solidFill>
          <a:ln w="9525">
            <a:solidFill>
              <a:srgbClr val="4450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“fuel-efficient family car under $15,000 with good safety”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11064240" cy="329184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834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response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10515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Based on your request, here's what I'd recommend: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 Daewoo Matiz — $5,000, Petrol, 18.5 km/l, 5 seats (5★). Fits your budget, strong fuel efficiency, 5-star safety.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 Chevrolet Aveo U-VA — $6,000, Petrol, 15.3 km/l, 5 seats (5★). Fits your budget, 5-star safety.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 Fiat Palio — $4,325, Petrol, 15.5 km/l, 5 seats (5★). Fits your budget, 5-star safety.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across 5 representative queries</a:t>
            </a:r>
            <a:endParaRPr lang="en-US" sz="3000" dirty="0"/>
          </a:p>
        </p:txBody>
      </p:sp>
      <p:pic>
        <p:nvPicPr>
          <p:cNvPr id="4" name="Image 0" descr="/home/claude/pptx_assets/fig_1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37360"/>
            <a:ext cx="11247120" cy="3246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0292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1. Semantic similarity by query (left); price vs. fuel efficiency by fuel type (right).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54864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54864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of top-5 results respected the stated budget constraint across all 5 test queries.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28600" cy="228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828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body-type field: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749040" y="1828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SUV/sedan/hatchback isn't in the source data — usage-style queries rely on semantic similarity only, not a hard filter.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228600" cy="228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880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 imputation: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49040" y="28803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22–64% missing rates on some fields create ties between dissimilar cars sharing an imputed value.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228600" cy="228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Heuristic evaluation: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49040" y="39319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 relevance labels — evaluation is constraint-satisfaction + similarity-score based, not ground-truth accuracy.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029200"/>
            <a:ext cx="228600" cy="228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983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exchange rate: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49040" y="49834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INR→USD conversion uses one approximate rate, not live rates.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NLP recommendation works — on real, messy data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constraint extraction reliably enforces hard requirements; Sentence-BERT semantic matching ranks by descriptive relevance — and both survived contact with a real, imperfect, publicly scraped dataset once its data-quality defects were diagnosed and repaired.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Collect real user-relevance ratings via the accompanying questionnaire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4206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Enrich data with a body-type/segment label (classifier or external taxonomy)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47548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Replace median imputation with make/segment-conditioned estimates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C7293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5603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474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846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Code: github.com/[your-username]/car-recommendation-nlp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5257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notebook, Streamlit app, dataset, and references all included in the repository.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2026-08-15T09:23:04Z</dcterms:created>
  <dcterms:modified xsi:type="dcterms:W3CDTF">2026-08-15T09:23:04Z</dcterms:modified>
</cp:coreProperties>
</file>